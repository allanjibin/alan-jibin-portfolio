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7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57D92-92DA-F3AB-E5BF-4773D7DEF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791B7-75F8-69BE-DE1A-25858A64A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43AE7-DDBE-DDF0-4629-1007E660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33E2C-843E-5808-5816-52E417840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EE4B0-4B8D-6FA0-3E14-8BED7F2D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53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5065-ED18-C37F-7646-33D73D0D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8C733-41D3-BE25-BE7F-982890E2B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DCC63-E963-ACB6-C7F5-0A7C32F43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E612C-2015-D39B-8281-A0643960E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AB9C4-F100-7490-0B93-6B528A36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54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0CA8-7093-8698-4CD9-063F70633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5AC25-1121-DA13-4428-F8E3EE5FD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A817D-C6BB-9AC2-1AA6-5AE3FB9A3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823F9-DC1C-0174-8051-4194302CE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E11E5-E623-3072-0C95-149224AE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202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A7EE-8E93-D202-A28F-59E7035E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18139-AEE3-5098-8F1A-4EBE356FF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BE683-4D39-8C5D-AD76-67F0F018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38FB5-36D3-6306-B0F3-7D3B668AA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4D8DC-7E8A-90D8-732A-CD2E6D22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29213-2EFC-57DE-6A05-6FBD0AE9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7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AC09-A9B7-F927-2D8A-5A3535EE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C0B86-3A56-A9D1-1781-7647154ED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C624C-936B-4179-D09A-6412E9912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D3F8DB-8DD0-5D5C-5D2E-591DC650E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495E6A-FBEF-FC88-1AD5-73C56A75A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8EDF2-F285-00CB-A6D5-609EC1327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4260E-0B4E-35CF-34AC-0F121798C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1D1F0-8AE6-AC52-6592-B3A08635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895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B5B6-0F5B-2E29-9B3C-22E054ACA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178FBD-9361-D215-222A-50577D20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20431-2D3B-02D1-D01D-F58ABB2A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12A43-0BA5-E5EF-66D1-3177D1C4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15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75A2D-88E4-4D0D-AC51-ECAFC9FEE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236A47-7F8B-AF88-E980-78647F684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5A9F7-1584-02B9-D33A-121BD261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0DA9-D14D-9FA5-40E7-366B6FEC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9CDCE-8822-7EA8-C9C4-2CADB81DD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0406E-3B35-9296-A01A-C0558553D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248C5-E4BD-2132-EDDF-FB27A5075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1BD8E-D5DB-B969-4432-4BC06FF0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17D2F-390E-9858-F308-B416C74D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940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BB8F-5D03-208D-65DF-AB58921E9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2EE857-2983-F61E-9E59-ACE229B45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54599-450D-90F0-97AE-79AC3E853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BD6BB-E84F-22EF-4143-9DFB2DBD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A229D-5F47-C9D8-EF68-D2FCC838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2053B-E2A5-813F-6558-174CFA84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E712-84EE-BE8D-8045-6F0084F38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8D651-6588-6D2E-D8E1-CC6D4202F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BEC37-65F9-4C75-4FA9-DCFF8D9C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E3BAC-92C3-DE0E-0B9D-0A0B1D85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2364E-9BF3-D460-C3D0-39EAC75D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90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F4F30E-C0DF-216A-3AA9-3466706DB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16965-E222-4768-AE6C-2509F5365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FE48F-8ACF-ECFC-A9FA-0FF08B18E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3A736-FE47-1358-2555-DBE0906E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4BC79-7380-085E-7B69-C4C463F5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18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8676DE-3022-5762-962F-13BE8A67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D9EE-AE30-3954-2482-DE4B05F8B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27B8-5EE3-0ED1-8715-9D715AF63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B987A-5738-4671-9427-B7EE89F8E49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7A63-A40D-7B84-4A6A-9383F20A8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95A3B-1561-AD20-3DE6-F5B3147C3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9C524-BEB8-4515-8D42-924A9F0ED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836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3C0812-D5D6-01F6-1E22-DE8A87AB6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84" y="0"/>
            <a:ext cx="8514735" cy="724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44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186B9-788E-D33D-F73C-4F6BBE3D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Which is the Best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100A-2446-4F01-1B73-6E47DBEF5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Dataset v2(</a:t>
            </a:r>
            <a:r>
              <a:rPr lang="en-IN" dirty="0" err="1">
                <a:solidFill>
                  <a:srgbClr val="FF0000"/>
                </a:solidFill>
              </a:rPr>
              <a:t>Downsampled</a:t>
            </a:r>
            <a:r>
              <a:rPr lang="en-IN" dirty="0">
                <a:solidFill>
                  <a:srgbClr val="FF0000"/>
                </a:solidFill>
              </a:rPr>
              <a:t> Dominant Class)</a:t>
            </a:r>
          </a:p>
          <a:p>
            <a:r>
              <a:rPr lang="en-IN" b="1" dirty="0"/>
              <a:t>Fixed the Security Gaps:</a:t>
            </a:r>
            <a:r>
              <a:rPr lang="en-IN" dirty="0"/>
              <a:t> * SYN TCP Flooding F1 Score jumps from </a:t>
            </a:r>
            <a:r>
              <a:rPr lang="en-IN" b="1" dirty="0"/>
              <a:t>0.32 → 0.62</a:t>
            </a:r>
            <a:endParaRPr lang="en-IN" dirty="0"/>
          </a:p>
          <a:p>
            <a:r>
              <a:rPr lang="en-IN" dirty="0"/>
              <a:t>Basic Connect Flooding F1 Score improves to </a:t>
            </a:r>
            <a:r>
              <a:rPr lang="en-IN" b="1" dirty="0"/>
              <a:t>0.68–0.69</a:t>
            </a:r>
            <a:endParaRPr lang="en-IN" dirty="0"/>
          </a:p>
          <a:p>
            <a:r>
              <a:rPr lang="en-IN" b="1" dirty="0"/>
              <a:t>Why It Works:</a:t>
            </a:r>
            <a:r>
              <a:rPr lang="en-IN" dirty="0"/>
              <a:t> </a:t>
            </a:r>
            <a:r>
              <a:rPr lang="en-IN" dirty="0" err="1"/>
              <a:t>Downsampling</a:t>
            </a:r>
            <a:r>
              <a:rPr lang="en-IN" dirty="0"/>
              <a:t> rebalances the class boundaries naturally without introducing deceptive synthetic noise.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513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EE8B-92E0-F27D-D840-16658F05D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the Other set Failed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1F026-AFBB-7ADF-DB5E-D4284F401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Deceptive Performance:</a:t>
            </a:r>
            <a:r>
              <a:rPr lang="en-IN" dirty="0"/>
              <a:t> Boosts a high overall accuracy (~92%), but fails at its core job: catching attacks.</a:t>
            </a:r>
          </a:p>
          <a:p>
            <a:r>
              <a:rPr lang="en-IN" b="1" dirty="0"/>
              <a:t>Critical Blind Spots:</a:t>
            </a:r>
            <a:r>
              <a:rPr lang="en-IN" dirty="0"/>
              <a:t> * </a:t>
            </a:r>
            <a:r>
              <a:rPr lang="en-IN" b="1" dirty="0"/>
              <a:t>SYN TCP Flooding:</a:t>
            </a:r>
            <a:r>
              <a:rPr lang="en-IN" dirty="0"/>
              <a:t> F1 Score= 0.32(Over 50% of these attacks slip through undetected as "normal").</a:t>
            </a:r>
          </a:p>
          <a:p>
            <a:r>
              <a:rPr lang="en-IN" b="1" dirty="0"/>
              <a:t>Basic Connect Flooding:</a:t>
            </a:r>
            <a:r>
              <a:rPr lang="en-IN" dirty="0"/>
              <a:t> Struggles significantly (F1 Score= 0.59).</a:t>
            </a:r>
          </a:p>
          <a:p>
            <a:r>
              <a:rPr lang="en-IN" b="1" dirty="0"/>
              <a:t>The Root Cause:</a:t>
            </a:r>
            <a:r>
              <a:rPr lang="en-IN" dirty="0"/>
              <a:t> SMOTE aggressively amplified the "normal" class boundary, forcing the model to classify ambiguous traffic as safe.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881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FFF17-9870-B60D-5394-CCCC720D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changed: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304DEC-AE88-AD27-4E7C-FB74ABE05B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436028"/>
              </p:ext>
            </p:extLst>
          </p:nvPr>
        </p:nvGraphicFramePr>
        <p:xfrm>
          <a:off x="838200" y="1901124"/>
          <a:ext cx="10515600" cy="34747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052013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826486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554816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613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Model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Learns dominant classes well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Forced to learn all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157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syn tcp flooding 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13–25%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70–74%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722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basic connect flooding 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48–52%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63–72%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837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Overall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086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Real-world usefulness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❌ Dangerous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✅ Much safer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20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6738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BC42-1302-B7DC-0ACA-3D16BD6E6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9FBD5A-5457-3557-4775-B47B2D5C4D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76840"/>
              </p:ext>
            </p:extLst>
          </p:nvPr>
        </p:nvGraphicFramePr>
        <p:xfrm>
          <a:off x="838200" y="1690688"/>
          <a:ext cx="10515600" cy="456308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02743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332550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22432510"/>
                    </a:ext>
                  </a:extLst>
                </a:gridCol>
              </a:tblGrid>
              <a:tr h="41058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Dataset 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Dataset v2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522930"/>
                  </a:ext>
                </a:extLst>
              </a:tr>
              <a:tr h="92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High accuracy because...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Dominated by 2 easy majority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Genuinely learns all 8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80140"/>
                  </a:ext>
                </a:extLst>
              </a:tr>
              <a:tr h="1334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High F1 because...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Weighted average hides minority class failures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More honest — minority classes have more 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588663"/>
                  </a:ext>
                </a:extLst>
              </a:tr>
              <a:tr h="92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Real-world danger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Misses 87% of SYN TCP floods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Misses only ~29% of SYN TCP floods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507936"/>
                  </a:ext>
                </a:extLst>
              </a:tr>
              <a:tr h="923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Verdict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Looks great, dangerously blind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Looks worse, actually 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910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72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B70DB8-2BFB-5E35-32C5-BB9E0AF79C2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5466845"/>
              </p:ext>
            </p:extLst>
          </p:nvPr>
        </p:nvGraphicFramePr>
        <p:xfrm>
          <a:off x="3932903" y="2127362"/>
          <a:ext cx="4592385" cy="3978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792685" progId="Excel.Sheet.12">
                  <p:embed/>
                </p:oleObj>
              </mc:Choice>
              <mc:Fallback>
                <p:oleObj name="Worksheet" showAsIcon="1" r:id="rId2" imgW="914400" imgH="7926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32903" y="2127362"/>
                        <a:ext cx="4592385" cy="3978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2592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B1658E3-3567-5575-1F87-9FFBC74E91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317956"/>
              </p:ext>
            </p:extLst>
          </p:nvPr>
        </p:nvGraphicFramePr>
        <p:xfrm>
          <a:off x="3746092" y="2324247"/>
          <a:ext cx="3366364" cy="2916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914400" imgH="792685" progId="Word.Document.12">
                  <p:embed/>
                </p:oleObj>
              </mc:Choice>
              <mc:Fallback>
                <p:oleObj name="Document" showAsIcon="1" r:id="rId2" imgW="914400" imgH="7926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46092" y="2324247"/>
                        <a:ext cx="3366364" cy="29163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173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8858E4-8B4B-BA73-E75F-34D6B704B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28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E5D765-EDEA-2899-5575-B5D3DE3D3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25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F4977B-2757-207C-AB7B-8D47289DE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54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6E0081-576B-BDB9-E58F-8FF877A0E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0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D3D1FD-9A60-A255-EDC1-88F05F537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6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9F1B23-8FF0-F16C-F9B0-91656D141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76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CB296E-DF8D-4902-ADEE-DB1886C7A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2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CDCD1-86B0-7F24-7666-383DA5BFE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74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D5EE3-C305-35B3-0353-47E050139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80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F59F26-60D4-64A2-4164-D14610B86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76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17734B-7D1E-9D75-45B0-8DC30F0A1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81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9B6504-3D6E-EF14-5BC0-D6FF33BEA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38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F6CC47-2FEF-9154-FAD4-37F083BC9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94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F38AA9-687E-8C67-9E3B-5F11575D1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46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A0726D-6056-0BD9-F430-453E14FD5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31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88FD7F-6023-003A-24DB-81EF6FE46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10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F17F818-8EA0-CE7F-F1D9-3A36E535E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79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0B5C00-68E2-B592-D3A2-666DA47E4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243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7CDD18-3FA0-6D80-FAB5-EEB3DE121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08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B1A781-AE13-5255-257D-253007C0F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1545CE-A08B-0B78-66E1-A8748CBCE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40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92D2A2-98E8-B223-0D7E-AA4423EBA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26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FBC127-4C6D-322B-E0BD-EA8666506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38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2B179-4A99-ABFC-E5D7-96E673491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67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EF55C4-F141-CED8-107E-C31C0CF63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80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036FFE-9EE3-4F8F-E5B6-08C562413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588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672D3-BD94-8AAA-A664-8328259A1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814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0FEB40-0480-5BCC-D822-62D2DCA65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43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53053-6212-3A40-82C0-C9B8DEAE8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6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E8D840-7DE1-7D43-92A7-D8E322EBC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44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06FD80-4E8B-4B95-FE4C-DC8BCE990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57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B8D6CC-3B2B-712E-5E76-0C457EFC4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597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252</Words>
  <Application>Microsoft Office PowerPoint</Application>
  <PresentationFormat>Widescreen</PresentationFormat>
  <Paragraphs>44</Paragraphs>
  <Slides>39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Office Theme</vt:lpstr>
      <vt:lpstr>Worksheet</vt:lpstr>
      <vt:lpstr>Document</vt:lpstr>
      <vt:lpstr>PowerPoint Presentation</vt:lpstr>
      <vt:lpstr>Which is the Best</vt:lpstr>
      <vt:lpstr>Why the Other set Failed</vt:lpstr>
      <vt:lpstr>What changed: 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Jibin</dc:creator>
  <cp:lastModifiedBy>Alan Jibin</cp:lastModifiedBy>
  <cp:revision>5</cp:revision>
  <dcterms:created xsi:type="dcterms:W3CDTF">2026-06-29T03:31:27Z</dcterms:created>
  <dcterms:modified xsi:type="dcterms:W3CDTF">2026-07-12T14:25:23Z</dcterms:modified>
</cp:coreProperties>
</file>